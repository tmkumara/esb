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17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566160"/>
            <a:ext cx="12188952" cy="54864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FineXaTech ESB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F"/>
                </a:solidFill>
              </a:rPr>
              <a:t>Enterprise Service Bus — Architecture &amp; Live Demo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971800"/>
            <a:ext cx="1828800" cy="411480"/>
          </a:xfrm>
          <a:prstGeom prst="rect">
            <a:avLst/>
          </a:prstGeom>
          <a:solidFill>
            <a:srgbClr val="2B6CD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9992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Apache Camel 4.7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2971800"/>
            <a:ext cx="1828800" cy="411480"/>
          </a:xfrm>
          <a:prstGeom prst="rect">
            <a:avLst/>
          </a:prstGeom>
          <a:solidFill>
            <a:srgbClr val="2B6CD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9992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Spring Boot 3.3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971800"/>
            <a:ext cx="1828800" cy="411480"/>
          </a:xfrm>
          <a:prstGeom prst="rect">
            <a:avLst/>
          </a:prstGeom>
          <a:solidFill>
            <a:srgbClr val="2B6CD8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2999232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React 18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</a:rPr>
              <a:t>Phase 1 Complete  ·  Fully Operational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FineXaTech Engineering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Platform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What FineXaTech ESB does — in one picture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94560"/>
            <a:ext cx="2103120" cy="137160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Client
(Mobile / API)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194560"/>
            <a:ext cx="2103120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ESB Runtime
:9090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2194560"/>
            <a:ext cx="2103120" cy="13716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Transform
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194560"/>
            <a:ext cx="2103120" cy="13716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23317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Backend
Services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468880" y="2880360"/>
            <a:ext cx="36576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937760" y="2880360"/>
            <a:ext cx="36576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98079" y="2880360"/>
            <a:ext cx="365761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576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REST/HTTP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Route
Assembler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Jolt · XSLT
Groovy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7033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</a:rPr>
              <a:t>SOAP · REST
JMS · Kafka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46320"/>
            <a:ext cx="11430000" cy="822960"/>
          </a:xfrm>
          <a:prstGeom prst="rect">
            <a:avLst/>
          </a:prstGeom>
          <a:solidFill>
            <a:srgbClr val="E0E7FF"/>
          </a:solidFill>
          <a:ln w="1270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83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8A"/>
                </a:solidFill>
              </a:rPr>
              <a:t>ESB UI (port 3000)  —  Routes · Builder · Validation · Monitoring  —  React + Vite + Tailwind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37160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4173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8A"/>
                </a:solidFill>
              </a:rPr>
              <a:t>Low-Code / No-Code
route building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137160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39" y="14173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8A"/>
                </a:solidFill>
              </a:rPr>
              <a:t>5-Layer Validation
pipeline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137160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14173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8A"/>
                </a:solidFill>
              </a:rPr>
              <a:t>Hot Reload
no restart needed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1371600"/>
            <a:ext cx="2103120" cy="68580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0" y="141732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8A"/>
                </a:solidFill>
              </a:rPr>
              <a:t>Mock Server
built-in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Module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Maven multi-module layout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6576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657600" cy="3474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624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esb-spec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29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Pure Java POJOs
RouteSpec, TargetSpec
TransformSpec, SourceSpec
No Spring dependency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325880"/>
            <a:ext cx="36576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657600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3624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esb-compiler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429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ValidationPipeline (5 layers)
RouteAssembler
CamelDryRunCompiler
SpecRule interface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36576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3657600" cy="347472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36245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esb-adapters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37360"/>
            <a:ext cx="3429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RestSourceAdapter
SoapTargetAdapter
GroovyTransformAdapter
MockResponseTargetAdapter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36576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94760"/>
            <a:ext cx="365760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8313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esb-interceptors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06240"/>
            <a:ext cx="3429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CorrelationInterceptor
RetryInterceptor
AuthInterceptor
MetricsInterceptor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794760"/>
            <a:ext cx="36576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794760"/>
            <a:ext cx="365760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8313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esb-runtime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206240"/>
            <a:ext cx="3429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Spring Boot :9090
LiveRouteRegistry
HotReloadWatcher
Management API /manage/**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794760"/>
            <a:ext cx="365760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794760"/>
            <a:ext cx="365760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7" y="38313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esb-ui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06240"/>
            <a:ext cx="342900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React 18 + Vite
Route Builder (drag-drop)
Validation page
Monitoring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5-Layer Validation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Every route passes all 5 gates before going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920240" cy="228600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L1
STRUCTURAL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Required fields
YAML format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40" y="2697480"/>
            <a:ext cx="320040" cy="0"/>
          </a:xfrm>
          <a:prstGeom prst="line">
            <a:avLst/>
          </a:prstGeom>
          <a:ln w="254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697480" y="1554480"/>
            <a:ext cx="1920240" cy="2286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691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L2
SCHEMA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6060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Enum values
Allowed types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2697480"/>
            <a:ext cx="320040" cy="0"/>
          </a:xfrm>
          <a:prstGeom prst="line">
            <a:avLst/>
          </a:prstGeom>
          <a:ln w="254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937760" y="1554480"/>
            <a:ext cx="1920240" cy="2286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L3
SEMANTIC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Logic checks
File/URL exists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2697480"/>
            <a:ext cx="320040" cy="0"/>
          </a:xfrm>
          <a:prstGeom prst="line">
            <a:avLst/>
          </a:prstGeom>
          <a:ln w="254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178040" y="1554480"/>
            <a:ext cx="1920240" cy="2286000"/>
          </a:xfrm>
          <a:prstGeom prst="rect">
            <a:avLst/>
          </a:prstGeom>
          <a:solidFill>
            <a:srgbClr val="0E7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1691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L4
COMPATIBILITY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6060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Source ↔ Target
type match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2697480"/>
            <a:ext cx="320040" cy="0"/>
          </a:xfrm>
          <a:prstGeom prst="line">
            <a:avLst/>
          </a:prstGeom>
          <a:ln w="25400">
            <a:solidFill>
              <a:srgbClr val="1E3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418320" y="1554480"/>
            <a:ext cx="1920240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69164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L5
DRY_RUN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60604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Real Camel context
mock endpoints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60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</a:rPr>
              <a:t>✓  Stops at first FAIL — no partial deploys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</a:rPr>
              <a:t>RequiredFieldsRule · HttpMethodRule · EnvVarResolvableRule · CompatibilityMatrix · CamelDryRunCompiler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Live Demo — REST → SOAP Account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account-balance route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2103120" cy="201168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Mobile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GET /api/v1/accounts
/12345/balance
(REST, no body)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79" y="2560320"/>
            <a:ext cx="320041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926080" y="1554480"/>
            <a:ext cx="2103120" cy="20116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Groovy
Req 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945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headers['accountId']
→ SOAP XML Envelope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0" y="2560320"/>
            <a:ext cx="32004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0" y="1554480"/>
            <a:ext cx="2103120" cy="20116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SOAP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1945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POST /mock/soap/
balance-service
text/xml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9520" y="2560320"/>
            <a:ext cx="320040" cy="0"/>
          </a:xfrm>
          <a:prstGeom prst="line">
            <a:avLst/>
          </a:prstGeom>
          <a:ln w="25400">
            <a:solidFill>
              <a:srgbClr val="F973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046720" y="1554480"/>
            <a:ext cx="2103120" cy="2011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16459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Mock Response
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19456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Returns SOAP XML
(no Java code)
configured in YAML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3931920"/>
            <a:ext cx="210312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SOAP XML
Response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726680" y="4389120"/>
            <a:ext cx="32004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0" y="3931920"/>
            <a:ext cx="2103120" cy="9144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SoapTargetAdapter
XML → JSON (auto)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166360" y="4389120"/>
            <a:ext cx="32004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926080" y="3931920"/>
            <a:ext cx="2103120" cy="9144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Jolt
Res Transform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606040" y="4389120"/>
            <a:ext cx="320040" cy="0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5760" y="3931920"/>
            <a:ext cx="210312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Clean JSON
to Mobile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97316"/>
                </a:solidFill>
              </a:rPr>
              <a:t>↑ Request 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206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↓ Response flow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Adapter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Current Phase 1 implementations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347472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SOURCE ADAPTERS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2011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B6CD8"/>
                </a:solidFill>
              </a:rPr>
              <a:t>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8562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REST/HTTP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22199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Any REST endpoint — GET/POST/PUT/DELETE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926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59" y="3154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B6CD8"/>
                </a:solidFill>
              </a:rPr>
              <a:t>direct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64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In-process Camel direct 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69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069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59" y="4297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B6CD8"/>
                </a:solidFill>
              </a:rPr>
              <a:t>jms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42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JMS (Phase 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507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Queue / topic source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212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212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59" y="5440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B6CD8"/>
                </a:solidFill>
              </a:rPr>
              <a:t>kafka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Kafka (Phase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650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Consumer from Kafka topic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1325880"/>
            <a:ext cx="3749039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TARGET ADAPTERS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1783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1783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2011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3A8A"/>
                </a:solidFill>
              </a:rPr>
              <a:t>soap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18562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SOAP Target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222199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HTTP POST with SOAPAction + XML→JSON auto-convert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2926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2926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0" y="3154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3A8A"/>
                </a:solidFill>
              </a:rPr>
              <a:t>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HTTP Target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3364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REST outbound 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069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60520" y="4069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4297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3A8A"/>
                </a:solidFill>
              </a:rPr>
              <a:t>mock-response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66360" y="4142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Mock Response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4507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Static YAML-configured response — zero Java code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60520" y="5212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60520" y="5212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440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E3A8A"/>
                </a:solidFill>
              </a:rPr>
              <a:t>mock-echo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6636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Mock Echo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5650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Returns Groovy-computed body as HTTP 200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01000" y="1325880"/>
            <a:ext cx="3749039" cy="3474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92440" y="137160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TRANSFORM ADAPTERS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1783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01000" y="1783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2011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</a:rPr>
              <a:t>jolt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18562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Jolt JSON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2221991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Declarative JSON→JSON with Field Mapper UI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1000" y="2926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01000" y="2926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0" y="3154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</a:rPr>
              <a:t>xslt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06840" y="2999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XSLT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3364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XML→XML stylesheet transform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01000" y="4069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01000" y="4069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0" y="4297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</a:rPr>
              <a:t>groovy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4142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Groovy Script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6840" y="4507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Any→any scripted transform with body+headers access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01000" y="5212080"/>
            <a:ext cx="3749039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001000" y="5212080"/>
            <a:ext cx="91440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0" y="5440680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6D28D9"/>
                </a:solidFill>
              </a:rPr>
              <a:t>passthrough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06840" y="5285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</a:rPr>
              <a:t>Passthrough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6840" y="56509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No transform — body passes unchanged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Issues Found &amp;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Key bugs resolved during Phase 1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353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YAML TAB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73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Groovy inline block had TAB characters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02082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Use | block literal with spaces. Single-line GString avoids it entirely.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5176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651760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67919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Groovy 'No such property'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def id creates local var; ${id} in GString uses binding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34670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Inline expression directly: ${headers['accountId'] ?: 'UNKNOWN'}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77639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77639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0050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Path doubling — 404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325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Camel HTTP appends source path to target URL even with bridgeEndpoint=true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672583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Remove HTTP_PATH, HTTP_URI, HTTP_QUERY headers in SoapTargetAdapter.preProcessor()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30352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303520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33095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Transforms showing 'none'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56509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RouteStatusView record had no transform fields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99846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Added requestTransformType + responseTransformType to RouteStatusView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32588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325880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79" y="135331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ValidationPage crash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79" y="1673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Backend returns {messages[]} but UI expects {layers[]}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202082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Added normalizeValidationResponse() to group messages by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651760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2651760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2679191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endpointUrl required for mock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79" y="29992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RequiredFieldsRule always checked endpointUrl for all targets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79" y="3346704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Skip check when target.type = mock-response or mock-echo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977639"/>
            <a:ext cx="566928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3977639"/>
            <a:ext cx="5669280" cy="3017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79" y="4005072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Groovy preview 'headers' error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79" y="432511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DC2626"/>
                </a:solidFill>
              </a:rPr>
              <a:t>⚠ TransformPreviewService only injected body, not headers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79" y="4672583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6A34A"/>
                </a:solidFill>
              </a:rPr>
              <a:t>✓ Added headers map + Sample Headers JSON input in CodeEditorModal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Route Builder — Low Code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Drag-drop canvas → auto-generates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777240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B6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Canvas (ReactFlow @xyflow/react v12)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1463040" cy="118872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9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REST GET
/v1/accounts/{id}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2286000"/>
            <a:ext cx="1463040" cy="1188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2359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REQ
TRANSFORM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7889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groovy
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286000"/>
            <a:ext cx="146304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59" y="23591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59" y="27889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SOAP
balance-service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0" y="4114800"/>
            <a:ext cx="1463040" cy="1188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39" y="4187952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RES
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39" y="461772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jolt
Flatten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657600" cy="5029200"/>
          </a:xfrm>
          <a:prstGeom prst="rect">
            <a:avLst/>
          </a:prstGeom>
          <a:solidFill>
            <a:srgbClr val="F8FAFF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3716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3A8A"/>
                </a:solidFill>
              </a:rPr>
              <a:t>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83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78308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SOAP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1854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Endpoint URL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18541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http://localhost:9090/mock/...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5877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Timeout (ms)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877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5000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39242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YAML Preview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947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target: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1970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  type: soap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994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  endpointUrl: ...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0017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  timeout: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404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</a:rPr>
              <a:t>    readMs: 5000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89320"/>
            <a:ext cx="132588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0167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Reset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5989320"/>
            <a:ext cx="132588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60" y="60167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YAML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0" y="5989320"/>
            <a:ext cx="1325880" cy="36576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60167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83479" y="5989320"/>
            <a:ext cx="132588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79" y="60167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989320"/>
            <a:ext cx="1325880" cy="3657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6016752"/>
            <a:ext cx="1325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Save to Disk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Built-in Mock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Zero Java code — configure mocks as ESB routes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BEFORE  (Java mock classes)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5394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</a:rPr>
              <a:t>// New Java class needed per mock
@RestController
@Profile("demo")
public class MockSoapController {
  @PostMapping("/mock/soap/balance-service")
  public String balance(...) {
    return "&lt;soap:Envelope&gt;...&lt;/soap:Envelope&gt;";
  }
  // Repeat for every new mock endpoint
  // Requires: code change + rebuild + restart
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AFTER  (mock-response target)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212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</a:rPr>
              <a:t># New mock = new route in the UI
# No Java. No restart. No rebuild.
target:
  type: mock-response
  mockStatusCode: 200
  mockBody: |
    &lt;?xml version="1.0"?&gt;
    &lt;soap:Envelope ...&gt;
      &lt;soap:Body&gt;
        &lt;GetAccountBalanceResponse&gt;
          &lt;balance&gt;2500.75&lt;/balance&gt;
        &lt;/GetAccountBalanceResponse&gt;
      &lt;/soap:Body&gt;
    &lt;/soap:Envelope&gt;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657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97316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Current Status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FDBFF"/>
                </a:solidFill>
              </a:rPr>
              <a:t>Phase 1 complete — what's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3749039" cy="5943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1
✅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REST source 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SOAP + HTTP target adapters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0540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Jolt · XSLT · Groovy transforms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5-layer validation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Hot-reload file watcher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90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Full React UI (Builder, Routes, Validation)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023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Mock Response target (zero-code mocks)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144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Groovy preview with headers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264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Response transform + Jolt flatten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325880"/>
            <a:ext cx="3749039" cy="59436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399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2
🔄 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JMS source +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5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Kafka source +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540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File + SFTP source/target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Timer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Multi-broker orchestration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90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Route versioning + rollback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023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Auth interceptor (JWT/OAuth2)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6144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●  Metrics dashboard (Prometheus)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1325880"/>
            <a:ext cx="3749039" cy="5943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Phase 3
📋 Demand-driven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20299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FIXML adapter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25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JDBC / database 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05409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gRPC source + target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SAP RFC adapter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59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Visual XSLT editor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59028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Route templates library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510235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Git-based route 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59" y="561441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</a:rPr>
              <a:t>○  Multi-tenant isolation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72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919472"/>
            <a:ext cx="12188952" cy="54864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FDBFF"/>
                </a:solidFill>
              </a:rPr>
              <a:t>FineXaTech ESB Platform — Phase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383280"/>
            <a:ext cx="2743200" cy="73152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721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F"/>
                </a:solidFill>
              </a:rPr>
              <a:t>http://localhost:9090/manage/health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383280"/>
            <a:ext cx="2743200" cy="73152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721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F"/>
                </a:solidFill>
              </a:rPr>
              <a:t>http://localhost:3000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383280"/>
            <a:ext cx="2743200" cy="731520"/>
          </a:xfrm>
          <a:prstGeom prst="rect">
            <a:avLst/>
          </a:prstGeom>
          <a:solidFill>
            <a:srgbClr val="2B6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34290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7216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DBFF"/>
                </a:solidFill>
              </a:rPr>
              <a:t>http://localhost:9090/manage/routes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